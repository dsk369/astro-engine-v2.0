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2169-4AFF-4980-AA9B-7D92ED433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297F9-33F4-4AC3-8C8D-F67B3C6CA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D3F9C-5156-455F-9D64-522130EBB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9AA7C-319D-4D01-A18B-83B016A85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137D8-ADF2-4688-8ABC-D6836F579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51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2FFA-5152-4687-B793-60C1A84F9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9512E-A13C-468B-8F19-B9AD2470E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4561-F8DC-4A0D-9E5E-B738DE8E2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98692-88DB-4919-B046-DDF7C29FE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4FCD6-0878-4FB7-AB08-3B41C58D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3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20305-1B74-4D36-848D-CB5536EBF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5920D-3272-458D-A31D-B5BD90AD4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8069B-CFE8-41E0-8846-B7B108D4F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C7B2B-8C56-4C6E-91ED-FC7C1A4B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76756-5778-4A11-B58E-1CB970C5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55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08843-CC2F-4CCB-ACD1-40BF2CC2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EC441-73DD-4A9A-B2C0-CA23476740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6B6D-44DD-4601-8487-5C25882CD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8A544-C24B-4521-8867-D3937E48E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D99D5-C5A5-4838-BC56-29F4B0836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8B8EFA-391F-4914-9520-A6D0E5CB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97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83F6F-9F3A-48BB-98D6-76FEA1563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A5E96-64F1-452D-8268-935E6E9C4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8D093-8BD6-4437-A292-F4171D45D3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3AA24E-BEE0-4486-8340-C49A264572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A48140-FBB0-4437-A764-9ABF8A77E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EE04F3-59D3-45D2-837B-3C9AC948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F160A3-0702-4A74-9200-407DD8A1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091645-5C95-425D-B063-1D460DBE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84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9BB18-80B9-4C19-804E-3C60F12A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E24821-E8CD-4624-A73D-030A28F74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F234EC-074B-43AD-9539-8D764DC9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112EF-80A0-42C1-BBA4-61804875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78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C84907-7A47-4C2C-9662-988B079C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31BB1F-C611-435B-AC2B-9136C9FF0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02398-C792-48FA-A14D-E5CD1B39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84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431FD-8C93-4270-B8C8-D5BC667B5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257A-2FB8-45E7-8890-FC4C0077B9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65B498-CE55-4133-B8B0-45BFB71D7C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2950C-74EB-4481-BFA0-3B7A4C335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31C16-53A5-497A-924E-4EA3885F5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E2BFE-CC7B-42A2-95EA-54B2AAA7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9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C5AB0-4291-4960-8814-B6B252178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2D4787-6ABB-4DBC-A96D-97C933B514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8E4A8-57FF-4907-BEE6-3AAE139FA6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84AF1-60B8-4731-A814-1816D70AB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5E0D4-13FE-4CF6-9378-8B7E70B9D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88E86-EDFA-41D5-BD54-A0F332DB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264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A329-972D-4AE8-9A1B-AEBF0A877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9576E-9826-4147-AB2D-08777DCC6F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C75D9-B5AE-412D-914E-8C513F5B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A4A9C-FFB2-480D-B20F-35BFAB26E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7B960-EC84-4EBC-880C-1C8DFA86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173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9C3D7-207E-4770-A4E2-18D67B2D5B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7946B-7CC8-45AC-9CE1-20951163D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BD0C7-F867-4053-A9EE-734C0BE7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72EF3-46C2-4A0B-BF66-D120564F8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E511E-6AE1-419C-8811-FB65681B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5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447A0-0D8C-4037-AB77-60DAF09A0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A808D-A8C5-4806-AEF4-221EBF10C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55C41-9E59-401D-B2A2-14898AA9C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2DDDC-F64A-4AE3-A980-F5379C9C458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C401-540A-4A14-8F43-511557DC9B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DA30F-D089-4046-A124-130C18A68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945B4-F934-4FBD-8BB1-F1739A6219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342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AC3A2F-0145-4CAB-AEA7-6CB8DC6F91A8}"/>
              </a:ext>
            </a:extLst>
          </p:cNvPr>
          <p:cNvSpPr/>
          <p:nvPr/>
        </p:nvSpPr>
        <p:spPr>
          <a:xfrm>
            <a:off x="502298" y="307910"/>
            <a:ext cx="11187404" cy="62421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529CA6-5BA7-4EFC-809C-EE62334D1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21169"/>
              </p:ext>
            </p:extLst>
          </p:nvPr>
        </p:nvGraphicFramePr>
        <p:xfrm>
          <a:off x="2032000" y="719666"/>
          <a:ext cx="812800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08912992"/>
                    </a:ext>
                  </a:extLst>
                </a:gridCol>
                <a:gridCol w="1431731">
                  <a:extLst>
                    <a:ext uri="{9D8B030D-6E8A-4147-A177-3AD203B41FA5}">
                      <a16:colId xmlns:a16="http://schemas.microsoft.com/office/drawing/2014/main" val="3167056472"/>
                    </a:ext>
                  </a:extLst>
                </a:gridCol>
                <a:gridCol w="2632269">
                  <a:extLst>
                    <a:ext uri="{9D8B030D-6E8A-4147-A177-3AD203B41FA5}">
                      <a16:colId xmlns:a16="http://schemas.microsoft.com/office/drawing/2014/main" val="4070204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64633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 Date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{Date}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 date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{Date}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7060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{Time}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{Time}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5310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Time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{Value}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Drop Down { </a:t>
                      </a:r>
                      <a:r>
                        <a:rPr lang="en-US" dirty="0" err="1"/>
                        <a:t>Hrs</a:t>
                      </a:r>
                      <a:r>
                        <a:rPr lang="en-US" dirty="0"/>
                        <a:t>/ Min}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189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Location (Latitude)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{Value}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Longitude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{Value}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762905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C54495F7-A373-4267-91D4-C8C25C323267}"/>
              </a:ext>
            </a:extLst>
          </p:cNvPr>
          <p:cNvSpPr/>
          <p:nvPr/>
        </p:nvSpPr>
        <p:spPr>
          <a:xfrm>
            <a:off x="746449" y="2687216"/>
            <a:ext cx="10832841" cy="372291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Calculated Table Values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76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dhanraj kodam</dc:creator>
  <cp:lastModifiedBy>dhanraj kodam</cp:lastModifiedBy>
  <cp:revision>2</cp:revision>
  <dcterms:created xsi:type="dcterms:W3CDTF">2026-04-18T10:30:06Z</dcterms:created>
  <dcterms:modified xsi:type="dcterms:W3CDTF">2026-04-18T10:36:05Z</dcterms:modified>
</cp:coreProperties>
</file>